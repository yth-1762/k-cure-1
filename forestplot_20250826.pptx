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9" r:id="rId3"/>
    <p:sldId id="288" r:id="rId4"/>
    <p:sldId id="29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43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393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26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95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87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92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74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04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32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6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86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AA8B4-DEB2-4DBE-A16A-D1E20AFDEDCD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F5207-4CF5-485F-87D5-29E414289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63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83032" y="2502129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Table8 Forest plot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5750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2" y="1152394"/>
            <a:ext cx="10963909" cy="471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8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83032" y="2502129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Table10 Forest plot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1742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460756"/>
            <a:ext cx="11048108" cy="42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2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6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72</cp:revision>
  <dcterms:created xsi:type="dcterms:W3CDTF">2025-05-30T04:44:15Z</dcterms:created>
  <dcterms:modified xsi:type="dcterms:W3CDTF">2025-08-20T07:03:06Z</dcterms:modified>
</cp:coreProperties>
</file>